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910e2dfe3e4f30" /><Relationship Type="http://schemas.openxmlformats.org/officeDocument/2006/relationships/extended-properties" Target="/docProps/app.xml" Id="R08baff5166b54382" /><Relationship Type="http://schemas.openxmlformats.org/officeDocument/2006/relationships/officeDocument" Target="/ppt/presentation.xml" Id="R23e33be22973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e7828b92cd49ab"/>
  </p:sldMasterIdLst>
  <p:notesMasterIdLst>
    <p:notesMasterId xmlns:r="http://schemas.openxmlformats.org/officeDocument/2006/relationships" r:id="Rb4dd693454f44e9f"/>
  </p:notesMasterIdLst>
  <p:sldIdLst>
    <p:sldId xmlns:r="http://schemas.openxmlformats.org/officeDocument/2006/relationships" id="256" r:id="R44b3b841607e4ea4"/>
    <p:sldId xmlns:r="http://schemas.openxmlformats.org/officeDocument/2006/relationships" id="257" r:id="Rb06d02533ed84c2d"/>
    <p:sldId xmlns:r="http://schemas.openxmlformats.org/officeDocument/2006/relationships" id="258" r:id="Rf1e1b2df56ae43a2"/>
    <p:sldId xmlns:r="http://schemas.openxmlformats.org/officeDocument/2006/relationships" id="259" r:id="R8e4ba8aa97934947"/>
    <p:sldId xmlns:r="http://schemas.openxmlformats.org/officeDocument/2006/relationships" id="260" r:id="Rfce0f70889c24e05"/>
    <p:sldId xmlns:r="http://schemas.openxmlformats.org/officeDocument/2006/relationships" id="261" r:id="R7e04d12d715b4446"/>
    <p:sldId xmlns:r="http://schemas.openxmlformats.org/officeDocument/2006/relationships" id="262" r:id="Re0d9fc29bd0848e8"/>
    <p:sldId xmlns:r="http://schemas.openxmlformats.org/officeDocument/2006/relationships" id="263" r:id="R07d1faefe3cc46fc"/>
    <p:sldId xmlns:r="http://schemas.openxmlformats.org/officeDocument/2006/relationships" id="264" r:id="R7793c93fdacf4069"/>
    <p:sldId xmlns:r="http://schemas.openxmlformats.org/officeDocument/2006/relationships" id="265" r:id="R6ff2e33d84a04e16"/>
    <p:sldId xmlns:r="http://schemas.openxmlformats.org/officeDocument/2006/relationships" id="266" r:id="R080de336a6434169"/>
    <p:sldId xmlns:r="http://schemas.openxmlformats.org/officeDocument/2006/relationships" id="267" r:id="R7e270c560c6247e1"/>
    <p:sldId xmlns:r="http://schemas.openxmlformats.org/officeDocument/2006/relationships" id="268" r:id="R1b6bd4e38a4249ca"/>
    <p:sldId xmlns:r="http://schemas.openxmlformats.org/officeDocument/2006/relationships" id="269" r:id="Re1a321e2c3f6410b"/>
    <p:sldId xmlns:r="http://schemas.openxmlformats.org/officeDocument/2006/relationships" id="270" r:id="Re2107d5edfa44a2d"/>
    <p:sldId xmlns:r="http://schemas.openxmlformats.org/officeDocument/2006/relationships" id="271" r:id="R71c2d82868f44309"/>
    <p:sldId xmlns:r="http://schemas.openxmlformats.org/officeDocument/2006/relationships" id="272" r:id="Rc2dd7871cd04436f"/>
    <p:sldId xmlns:r="http://schemas.openxmlformats.org/officeDocument/2006/relationships" id="273" r:id="R37a0f0f91217467f"/>
    <p:sldId xmlns:r="http://schemas.openxmlformats.org/officeDocument/2006/relationships" id="274" r:id="Rf97a9693053144bf"/>
    <p:sldId xmlns:r="http://schemas.openxmlformats.org/officeDocument/2006/relationships" id="275" r:id="Rdc738274f7e443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770bcb4dc4b2c" /><Relationship Type="http://schemas.openxmlformats.org/officeDocument/2006/relationships/slideMaster" Target="/ppt/slideMasters/slideMaster1.xml" Id="Rb8e7828b92cd49ab" /><Relationship Type="http://schemas.openxmlformats.org/officeDocument/2006/relationships/notesMaster" Target="/ppt/notesMasters/notesMaster1.xml" Id="Rb4dd693454f44e9f" /><Relationship Type="http://schemas.openxmlformats.org/officeDocument/2006/relationships/presProps" Target="/ppt/presProps.xml" Id="Re9c8b889514a40e2" /><Relationship Type="http://schemas.openxmlformats.org/officeDocument/2006/relationships/tableStyles" Target="/ppt/tableStyles.xml" Id="R3eebbf7917c74efb" /><Relationship Type="http://schemas.openxmlformats.org/officeDocument/2006/relationships/slide" Target="/ppt/slides/slide1.xml" Id="R44b3b841607e4ea4" /><Relationship Type="http://schemas.openxmlformats.org/officeDocument/2006/relationships/slide" Target="/ppt/slides/slide2.xml" Id="Rb06d02533ed84c2d" /><Relationship Type="http://schemas.openxmlformats.org/officeDocument/2006/relationships/slide" Target="/ppt/slides/slide3.xml" Id="Rf1e1b2df56ae43a2" /><Relationship Type="http://schemas.openxmlformats.org/officeDocument/2006/relationships/slide" Target="/ppt/slides/slide4.xml" Id="R8e4ba8aa97934947" /><Relationship Type="http://schemas.openxmlformats.org/officeDocument/2006/relationships/slide" Target="/ppt/slides/slide5.xml" Id="Rfce0f70889c24e05" /><Relationship Type="http://schemas.openxmlformats.org/officeDocument/2006/relationships/slide" Target="/ppt/slides/slide6.xml" Id="R7e04d12d715b4446" /><Relationship Type="http://schemas.openxmlformats.org/officeDocument/2006/relationships/slide" Target="/ppt/slides/slide7.xml" Id="Re0d9fc29bd0848e8" /><Relationship Type="http://schemas.openxmlformats.org/officeDocument/2006/relationships/slide" Target="/ppt/slides/slide8.xml" Id="R07d1faefe3cc46fc" /><Relationship Type="http://schemas.openxmlformats.org/officeDocument/2006/relationships/slide" Target="/ppt/slides/slide9.xml" Id="R7793c93fdacf4069" /><Relationship Type="http://schemas.openxmlformats.org/officeDocument/2006/relationships/slide" Target="/ppt/slides/slide10.xml" Id="R6ff2e33d84a04e16" /><Relationship Type="http://schemas.openxmlformats.org/officeDocument/2006/relationships/slide" Target="/ppt/slides/slide11.xml" Id="R080de336a6434169" /><Relationship Type="http://schemas.openxmlformats.org/officeDocument/2006/relationships/slide" Target="/ppt/slides/slide12.xml" Id="R7e270c560c6247e1" /><Relationship Type="http://schemas.openxmlformats.org/officeDocument/2006/relationships/slide" Target="/ppt/slides/slide13.xml" Id="R1b6bd4e38a4249ca" /><Relationship Type="http://schemas.openxmlformats.org/officeDocument/2006/relationships/slide" Target="/ppt/slides/slide14.xml" Id="Re1a321e2c3f6410b" /><Relationship Type="http://schemas.openxmlformats.org/officeDocument/2006/relationships/slide" Target="/ppt/slides/slide15.xml" Id="Re2107d5edfa44a2d" /><Relationship Type="http://schemas.openxmlformats.org/officeDocument/2006/relationships/slide" Target="/ppt/slides/slide16.xml" Id="R71c2d82868f44309" /><Relationship Type="http://schemas.openxmlformats.org/officeDocument/2006/relationships/slide" Target="/ppt/slides/slide17.xml" Id="Rc2dd7871cd04436f" /><Relationship Type="http://schemas.openxmlformats.org/officeDocument/2006/relationships/slide" Target="/ppt/slides/slide18.xml" Id="R37a0f0f91217467f" /><Relationship Type="http://schemas.openxmlformats.org/officeDocument/2006/relationships/slide" Target="/ppt/slides/slide19.xml" Id="Rf97a9693053144bf" /><Relationship Type="http://schemas.openxmlformats.org/officeDocument/2006/relationships/slide" Target="/ppt/slides/slide20.xml" Id="Rdc738274f7e443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d7fd1bee38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0008b9f7f14bfb" /><Relationship Type="http://schemas.openxmlformats.org/officeDocument/2006/relationships/notesMaster" Target="/ppt/notesMasters/notesMaster1.xml" Id="Rbd8da35fbc3a45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870aa5ad274474" /><Relationship Type="http://schemas.openxmlformats.org/officeDocument/2006/relationships/notesMaster" Target="/ppt/notesMasters/notesMaster1.xml" Id="R023ffe7269a94a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1e32fe702a4d57" /><Relationship Type="http://schemas.openxmlformats.org/officeDocument/2006/relationships/notesMaster" Target="/ppt/notesMasters/notesMaster1.xml" Id="Rc550f015c649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91ec9797ce4455" /><Relationship Type="http://schemas.openxmlformats.org/officeDocument/2006/relationships/notesMaster" Target="/ppt/notesMasters/notesMaster1.xml" Id="R5790b725a8bf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f5f60c6c6416b" /><Relationship Type="http://schemas.openxmlformats.org/officeDocument/2006/relationships/notesMaster" Target="/ppt/notesMasters/notesMaster1.xml" Id="Rfafc18f70cd5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07e0c54b04581" /><Relationship Type="http://schemas.openxmlformats.org/officeDocument/2006/relationships/notesMaster" Target="/ppt/notesMasters/notesMaster1.xml" Id="Rdde3467a05be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b03f8de95942e2" /><Relationship Type="http://schemas.openxmlformats.org/officeDocument/2006/relationships/notesMaster" Target="/ppt/notesMasters/notesMaster1.xml" Id="Rcd9e364dc89047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eba868c96f4dbd" /><Relationship Type="http://schemas.openxmlformats.org/officeDocument/2006/relationships/notesMaster" Target="/ppt/notesMasters/notesMaster1.xml" Id="R4e4725c86d0641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db0c76f9b64bdc" /><Relationship Type="http://schemas.openxmlformats.org/officeDocument/2006/relationships/notesMaster" Target="/ppt/notesMasters/notesMaster1.xml" Id="R48e435bf9c6e46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0640e82434347" /><Relationship Type="http://schemas.openxmlformats.org/officeDocument/2006/relationships/notesMaster" Target="/ppt/notesMasters/notesMaster1.xml" Id="R04e23960cde1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191bad6a24540" /><Relationship Type="http://schemas.openxmlformats.org/officeDocument/2006/relationships/notesMaster" Target="/ppt/notesMasters/notesMaster1.xml" Id="Ra947ae429bd74f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1e933a5baa45e4" /><Relationship Type="http://schemas.openxmlformats.org/officeDocument/2006/relationships/notesMaster" Target="/ppt/notesMasters/notesMaster1.xml" Id="Rfa01039b82894e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ae2816b4294093" /><Relationship Type="http://schemas.openxmlformats.org/officeDocument/2006/relationships/notesMaster" Target="/ppt/notesMasters/notesMaster1.xml" Id="R9540f170cd0f45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5089e51f684c35" /><Relationship Type="http://schemas.openxmlformats.org/officeDocument/2006/relationships/notesMaster" Target="/ppt/notesMasters/notesMaster1.xml" Id="R85b07104e88f47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9973c566a04296" /><Relationship Type="http://schemas.openxmlformats.org/officeDocument/2006/relationships/notesMaster" Target="/ppt/notesMasters/notesMaster1.xml" Id="R36a7627170f747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8198c9649a4bfa" /><Relationship Type="http://schemas.openxmlformats.org/officeDocument/2006/relationships/notesMaster" Target="/ppt/notesMasters/notesMaster1.xml" Id="R3f0bb5572e6948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bf0cbba1f847c6" /><Relationship Type="http://schemas.openxmlformats.org/officeDocument/2006/relationships/notesMaster" Target="/ppt/notesMasters/notesMaster1.xml" Id="Rcaeb28c0990140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9f75e20c2d4e02" /><Relationship Type="http://schemas.openxmlformats.org/officeDocument/2006/relationships/notesMaster" Target="/ppt/notesMasters/notesMaster1.xml" Id="Rd99bf89307b342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c07ceefa9e4144" /><Relationship Type="http://schemas.openxmlformats.org/officeDocument/2006/relationships/notesMaster" Target="/ppt/notesMasters/notesMaster1.xml" Id="Rfc60bbbf93fc45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73fb1e501b458e" /><Relationship Type="http://schemas.openxmlformats.org/officeDocument/2006/relationships/notesMaster" Target="/ppt/notesMasters/notesMaster1.xml" Id="R5d481d6cc75e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title and my-react/public/img/BearImg.webp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Introduce the project and explain that the presentation follows how a small game became a complete learning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React application captured from / with mocked session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Ground the technical story in the product users see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git log from 2026-09-07 through 2026-10-06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Use the timeline to show that architecture changes followed concrete features rather than appearing all at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Git commit 'Replace project with React minigame' on 2026-09-10 and my-react/public/img/FoxImg.webp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Explain that the project began with interaction design before adding platform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feature history and current domain packages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Connect product growth to the new backend and database responsibilities.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backend/src/main/java/com/worksheet package 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modules communicate in-process but keep controller, service, repository, and entity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docker-compose.yml, vite.config.js, application.properties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In development Vite proxies API requests. A production build can be served by Spring Boot.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SecurityConfig.java and backend authorization 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Frontend guards guide navigation. Backend services remain the security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my-react/src/App.jsx, platform/PlatformContext.jsx, api/client.js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A single client handles credentials, CSRF, structured errors, and expired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React application captured from /teacher/20 with fabricated API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Point out the ordered activity rail, editable settings, child preview, and explicit save/share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backend/src/main/java/com/worksheet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Controllers stay thin. Services own the rules. Repositories only query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MiniGameDefinition, JsonSchemaValidationService, game-model.js, MiniGameAssetService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New game data is dynamic, but each behavior still needs a registered frontend renderer.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WorksheetRevisionService and V15__create_immutable_worksheet_revisions.sql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This is the key historical integrity decision in the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WorksheetAssignmentService, ClassroomService, V10 and V11 migrations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Class assignment creates one assignment row per current member. Future members do not receive old assignments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WorksheetAttemptService and V16__create_worksheet_attempts.sql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Completed attempts are immutable. Client scores remain schema-validated and bounded before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React application captured from /attempts/40 with fabricated API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player sees one activity at a time while the attempt records per-item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Flyway migrations V8–V21 and JPA entity relationships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Child tables derive access through their parent relationships instead of duplicating user 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docker-compose.yml and service Dockerfiles on origin/main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Compose starts PostgreSQL, then the backend, then the frontend. Bind mounts keep local data and live frontend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.github/workflows/ci.yml, backend Testcontainers tests, my-react Playwright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CI pipeline runs frontend and backend checks in parallel before the full stack smoke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assignment report UI and implemented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Close by connecting the technical decisions to reliable teacher and learner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6df49164c4f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7eeb8b1cb4f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31fc19ad747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9a151014f4d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019a52d5047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07e8f24cc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9D1C7-57C8-4332-9FD4-59867B15B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F09619-E4C1-468D-86FA-79B0A9B1C9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D03C56-F8F3-44B6-8690-6EB31355C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E4D914-D3BB-4A92-85D3-8AE942621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7F7DA9-0145-4FDF-9F73-7F683F471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711F11-B1CD-4AD6-B218-644DBED70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4C469A-3FEB-4A92-9383-39636B6BD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81183B-81C0-4C49-83E8-35778DA667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F39C7D-FEEB-4058-8581-AED248F4F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2157A-3825-4AC6-97E6-52160ABC0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28794d5ef41d0" /><Relationship Type="http://schemas.openxmlformats.org/officeDocument/2006/relationships/slideLayout" Target="/ppt/slideLayouts/slideLayout1.xml" Id="R8089187d7b1843d0" /><Relationship Type="http://schemas.openxmlformats.org/officeDocument/2006/relationships/slideLayout" Target="/ppt/slideLayouts/slideLayout2.xml" Id="R09d114cefe8b4117" /><Relationship Type="http://schemas.openxmlformats.org/officeDocument/2006/relationships/slideLayout" Target="/ppt/slideLayouts/slideLayout3.xml" Id="R983ae97228154617" /><Relationship Type="http://schemas.openxmlformats.org/officeDocument/2006/relationships/slideLayout" Target="/ppt/slideLayouts/slideLayout4.xml" Id="R3dfec19a70e5428a" /><Relationship Type="http://schemas.openxmlformats.org/officeDocument/2006/relationships/slideLayout" Target="/ppt/slideLayouts/slideLayout5.xml" Id="R7e9ec9bf896d4a30" /><Relationship Type="http://schemas.openxmlformats.org/officeDocument/2006/relationships/slideLayout" Target="/ppt/slideLayouts/slideLayout6.xml" Id="Redae2474b3ad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9187d7b1843d0"/>
    <p:sldLayoutId xmlns:r="http://schemas.openxmlformats.org/officeDocument/2006/relationships" id="2147483650" r:id="R09d114cefe8b4117"/>
    <p:sldLayoutId xmlns:r="http://schemas.openxmlformats.org/officeDocument/2006/relationships" id="2147483651" r:id="R983ae97228154617"/>
    <p:sldLayoutId xmlns:r="http://schemas.openxmlformats.org/officeDocument/2006/relationships" id="2147483652" r:id="R3dfec19a70e5428a"/>
    <p:sldLayoutId xmlns:r="http://schemas.openxmlformats.org/officeDocument/2006/relationships" id="2147483653" r:id="R7e9ec9bf896d4a30"/>
    <p:sldLayoutId xmlns:r="http://schemas.openxmlformats.org/officeDocument/2006/relationships" id="2147483654" r:id="Redae2474b3ad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4be7e5ade494c" /><Relationship Type="http://schemas.openxmlformats.org/officeDocument/2006/relationships/image" Target="/ppt/media/image.bin" Id="Rfb45fa028b7847d0" /><Relationship Type="http://schemas.openxmlformats.org/officeDocument/2006/relationships/notesSlide" Target="/ppt/notesSlides/notesSlide1.xml" Id="R458d300e7a8d4a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df4a87baf4ba9" /><Relationship Type="http://schemas.openxmlformats.org/officeDocument/2006/relationships/image" Target="/ppt/media/image.png" Id="Reb65537770ff41de" /><Relationship Type="http://schemas.openxmlformats.org/officeDocument/2006/relationships/notesSlide" Target="/ppt/notesSlides/notesSlide2.xml" Id="R21ed371084ff4c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b228dd6f04af2" /><Relationship Type="http://schemas.openxmlformats.org/officeDocument/2006/relationships/notesSlide" Target="/ppt/notesSlides/notesSlide3.xml" Id="R72c28bfac8c7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f7e913df24a8b" /><Relationship Type="http://schemas.openxmlformats.org/officeDocument/2006/relationships/image" Target="/ppt/media/image2.bin" Id="Rad3f123029934cb0" /><Relationship Type="http://schemas.openxmlformats.org/officeDocument/2006/relationships/notesSlide" Target="/ppt/notesSlides/notesSlide4.xml" Id="Rd96d36ef4465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0258524f94a08" /><Relationship Type="http://schemas.openxmlformats.org/officeDocument/2006/relationships/notesSlide" Target="/ppt/notesSlides/notesSlide5.xml" Id="Rbf2926c2797246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eac25e8ce4138" /><Relationship Type="http://schemas.openxmlformats.org/officeDocument/2006/relationships/notesSlide" Target="/ppt/notesSlides/notesSlide6.xml" Id="R5699a5519b04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8745569d7429c" /><Relationship Type="http://schemas.openxmlformats.org/officeDocument/2006/relationships/notesSlide" Target="/ppt/notesSlides/notesSlide7.xml" Id="Ra55e801f75c1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83d6e39294b7c" /><Relationship Type="http://schemas.openxmlformats.org/officeDocument/2006/relationships/notesSlide" Target="/ppt/notesSlides/notesSlide8.xml" Id="R23395840ada74d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e80a7667b4959" /><Relationship Type="http://schemas.openxmlformats.org/officeDocument/2006/relationships/notesSlide" Target="/ppt/notesSlides/notesSlide9.xml" Id="Re32015c3fc9e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4b734a68e42b7" /><Relationship Type="http://schemas.openxmlformats.org/officeDocument/2006/relationships/image" Target="/ppt/media/image2.png" Id="Rdd89282aa3a64b9e" /><Relationship Type="http://schemas.openxmlformats.org/officeDocument/2006/relationships/notesSlide" Target="/ppt/notesSlides/notesSlide10.xml" Id="R29bd19173b6f42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927840e134f39" /><Relationship Type="http://schemas.openxmlformats.org/officeDocument/2006/relationships/notesSlide" Target="/ppt/notesSlides/notesSlide11.xml" Id="R5845558e424b40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66507e29c490c" /><Relationship Type="http://schemas.openxmlformats.org/officeDocument/2006/relationships/notesSlide" Target="/ppt/notesSlides/notesSlide12.xml" Id="Rfc25ce9ddb1341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8488e07234c64" /><Relationship Type="http://schemas.openxmlformats.org/officeDocument/2006/relationships/notesSlide" Target="/ppt/notesSlides/notesSlide13.xml" Id="Rc33bdda2743643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6aa97059044bc" /><Relationship Type="http://schemas.openxmlformats.org/officeDocument/2006/relationships/notesSlide" Target="/ppt/notesSlides/notesSlide14.xml" Id="Ra30a4defa4f945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9bcaa3bef44f9" /><Relationship Type="http://schemas.openxmlformats.org/officeDocument/2006/relationships/notesSlide" Target="/ppt/notesSlides/notesSlide15.xml" Id="R4d37112a65fa45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f08afc5f14aae" /><Relationship Type="http://schemas.openxmlformats.org/officeDocument/2006/relationships/image" Target="/ppt/media/image3.png" Id="R8290fa2bad794247" /><Relationship Type="http://schemas.openxmlformats.org/officeDocument/2006/relationships/notesSlide" Target="/ppt/notesSlides/notesSlide16.xml" Id="R2f7a71b9913541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6e4fcbcc24a0f" /><Relationship Type="http://schemas.openxmlformats.org/officeDocument/2006/relationships/notesSlide" Target="/ppt/notesSlides/notesSlide17.xml" Id="R2a1a9c13333e45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2962df84b4a7b" /><Relationship Type="http://schemas.openxmlformats.org/officeDocument/2006/relationships/notesSlide" Target="/ppt/notesSlides/notesSlide18.xml" Id="R23730e3653ab45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177fb9c284e5c" /><Relationship Type="http://schemas.openxmlformats.org/officeDocument/2006/relationships/notesSlide" Target="/ppt/notesSlides/notesSlide19.xml" Id="R303e71ade8314f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2b1b21284415f" /><Relationship Type="http://schemas.openxmlformats.org/officeDocument/2006/relationships/image" Target="/ppt/media/image4.png" Id="R299088318b9d4d56" /><Relationship Type="http://schemas.openxmlformats.org/officeDocument/2006/relationships/notesSlide" Target="/ppt/notesSlides/notesSlide20.xml" Id="Re21c233bce36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52588-1EC4-4015-9447-CEE168F9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9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72B4D"/>
                </a:solidFill>
              </a:defRPr>
            </a:pPr>
            <a:r>
              <a:rPr sz="3900" b="1">
                <a:solidFill>
                  <a:srgbClr val="172B4D"/>
                </a:solidFill>
              </a:rPr>
              <a:t>Worksheet for Kids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E1AB7-E0BB-43C7-AE5B-F4BEADF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C5CE7"/>
                </a:solidFill>
              </a:defRPr>
            </a:pPr>
            <a:r>
              <a:rPr sz="2025" b="0">
                <a:solidFill>
                  <a:srgbClr val="6C5CE7"/>
                </a:solidFill>
              </a:rPr>
              <a:t>Architecture and development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D862A-B213-4253-8889-8D77446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Worksheet for kids project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F8E51-D40A-44A9-8EF9-A2295222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React  •  Spring Boot  •  PostgreSQL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A8158-FA07-4B33-95CE-A89A377BA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5fa028b7847d0"/>
          <a:srcRect xmlns:a="http://schemas.openxmlformats.org/drawingml/2006/main" l="9583" t="0" r="9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514350"/>
            <a:ext cx="3619500" cy="58102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</p:spTree>
    <p:extLst>
      <p:ext uri="{BB962C8B-B14F-4D97-AF65-F5344CB8AC3E}">
        <p14:creationId xmlns:p14="http://schemas.microsoft.com/office/powerpoint/2010/main" val="1318034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5ACBE-F55E-4A37-B376-ABD6B61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20C6-7C83-4776-A05C-4D0AE140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The current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C732F-3C98-4CA5-889B-30A914F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shared workflow for teachers and children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C0C5F-E4CE-4125-9821-3E7429E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15DCC-3834-4081-9C1A-4862A4C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44D67-582F-4788-B078-C2FD5C6A5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5537770ff41de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695450"/>
            <a:ext cx="5848350" cy="36576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59B4-7026-4B63-8810-4B97E09F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Teachers compose activities and share a worksheet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53BA3-6FF9-4F95-8153-9D79DE4D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3981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Children enter two short codes, play the assigned activities, and return results to the class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6F488-F092-47F7-97D3-819B2A1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One application connects authoring, play, and progress.</a:t>
            </a:r>
          </a:p>
        </p:txBody>
      </p:sp>
    </p:spTree>
    <p:extLst>
      <p:ext uri="{BB962C8B-B14F-4D97-AF65-F5344CB8AC3E}">
        <p14:creationId xmlns:p14="http://schemas.microsoft.com/office/powerpoint/2010/main" val="527269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44B8F-A99F-4A3F-9112-963DCB6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4525-E74D-4136-BAFF-427F9B3C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Development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F2612-CF67-4FED-8708-CC3439C0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architecture grew in response to product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C094F-1BFF-4140-BCC5-CF4E3B3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8FAA5-B6D4-4BD2-B315-2A27E05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AE97A-ED93-4BAC-87CE-CD8B0D9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5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2E099-2996-4D37-B5E6-F741CCC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F1DDB-75DD-4216-AFFA-35C99F5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19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07 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6A678-900D-45B5-8D4B-14C9CCF6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432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Initial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9D14-704B-4A9E-A9B0-F49C699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E1F86-AA17-4CEC-A926-A844634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10 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78B66-25AC-48FE-BC59-A404ADD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24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React mini-game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DBF17-04C8-4A27-960E-8B369090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3DDC0-C188-487A-B13D-8B9E5601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14–18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B2F31-3E1B-4468-B35D-1CBB7F2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Backend, auth, Flyway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4E1A1-4184-44AB-A51E-CE51C880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C7614-8B45-46E2-9CFD-727FE16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00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23–24 Sep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6F6B0-B049-4B10-B884-5E6A2C9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Worksheets and classes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95F3B-5F1C-4E89-9D07-B597B56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CE3DE-E8A5-4842-83AB-D4D7669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28 Sep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C6063-3617-4F7E-81D5-BFF19C4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Frozen revisions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015D1-78EB-451A-9033-7FBF9A5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06C0D-FC61-4B74-BC99-5D973A2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29 Sep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8460C-3275-4D3B-B933-BF3360C9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Dynamic assets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81C8D-97B4-47D2-AC58-CC8757D9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4288">
            <a:solidFill>
              <a:srgbClr val="172B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5E5CF-7901-4293-B75B-0D9EBEB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193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C5CE7"/>
                </a:solidFill>
              </a:defRPr>
            </a:pPr>
            <a:r>
              <a:rPr sz="1200" b="1">
                <a:solidFill>
                  <a:srgbClr val="6C5CE7"/>
                </a:solidFill>
              </a:rPr>
              <a:t>06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961A9-6669-4489-9C99-505B0359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432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Docker and CI</a:t>
            </a:r>
          </a:p>
        </p:txBody>
      </p:sp>
    </p:spTree>
    <p:extLst>
      <p:ext uri="{BB962C8B-B14F-4D97-AF65-F5344CB8AC3E}">
        <p14:creationId xmlns:p14="http://schemas.microsoft.com/office/powerpoint/2010/main" val="1338079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8EE3E-E98F-43D2-A8D3-E10BAEC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A4B97-B6CD-4D96-93CE-B834D6A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The first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F2DC4-9862-4311-8827-986A5FC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focused React mini-game proved the interaction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26A44-066E-4C14-974A-AA6B136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1C89A-132F-45FB-A940-C100A5E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B1166-7D4F-4AAF-8D9F-B0C0506A4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f123029934cb0"/>
          <a:srcRect xmlns:a="http://schemas.openxmlformats.org/drawingml/2006/main" l="3721" t="0" r="37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695450"/>
            <a:ext cx="3790950" cy="40957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46423-3410-47D2-9920-A1EB6BC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38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C5CE7"/>
                </a:solidFill>
              </a:defRPr>
            </a:pPr>
            <a:r>
              <a:rPr sz="1500" b="1">
                <a:solidFill>
                  <a:srgbClr val="6C5CE7"/>
                </a:solidFill>
              </a:rPr>
              <a:t>The starting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3F9E-233C-4F43-A2DF-D34B4BD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</a:defRPr>
            </a:pPr>
            <a:r>
              <a:rPr sz="1875" b="1">
                <a:solidFill>
                  <a:srgbClr val="172B4D"/>
                </a:solidFill>
              </a:rPr>
              <a:t>A child-facing activity with colorful feedback, simple controls, and reusable visual assets.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D481D-1271-4EFA-98AB-6FCCEB35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767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The prototype established the experience. Persistence, ownership, and multi-user workflows came next.</a:t>
            </a:r>
          </a:p>
        </p:txBody>
      </p:sp>
    </p:spTree>
    <p:extLst>
      <p:ext uri="{BB962C8B-B14F-4D97-AF65-F5344CB8AC3E}">
        <p14:creationId xmlns:p14="http://schemas.microsoft.com/office/powerpoint/2010/main" val="281777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D0201-DC4C-4802-A214-D97E81A9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98393-32A4-48DF-AF93-3B97E157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From game to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32021-9D6F-4E3B-9674-7BA7A498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Each requirement introduced a durable architectural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9FC8E-ED4E-41A9-9546-9512DC8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F9095-E70F-4E52-BB8A-5FC5CF1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1B051-29B6-4A8D-A47C-4B06F6F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419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F1C44-379D-4F12-A845-617F7AD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Identity and 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ABFE7-7F53-4F00-99BA-4662EC8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419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Worksheet authoring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D4E7C-3AA2-4901-A009-7EF6E5E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Editable drafts and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CEB1D-43A9-4FAA-8D28-6CDAB4D2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2419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81DBD-2CC5-4580-8958-A801F75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290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Membership and teacher ownership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9667E-FECE-4476-9337-646B221F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419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Assignments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E133B-9B94-44BC-8C86-E86F4ED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672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Per-user access and revocation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91172-4EA0-4FC4-89D1-B4C19BD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2419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91103-57C9-4AC6-81DF-48530529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054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Attempts and historical 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98825-0898-4AF5-B6BF-0700781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6C5CE7"/>
                </a:solidFill>
              </a:defRPr>
            </a:pPr>
            <a:r>
              <a:rPr sz="2025" b="1">
                <a:solidFill>
                  <a:srgbClr val="6C5CE7"/>
                </a:solidFill>
              </a:rPr>
              <a:t>The codebase stopped being one game and became a learning platform.</a:t>
            </a:r>
          </a:p>
        </p:txBody>
      </p:sp>
    </p:spTree>
    <p:extLst>
      <p:ext uri="{BB962C8B-B14F-4D97-AF65-F5344CB8AC3E}">
        <p14:creationId xmlns:p14="http://schemas.microsoft.com/office/powerpoint/2010/main" val="1454698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CE7AE-616A-4719-84CE-D7ECD85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1C6BD-6C07-4A46-AA4E-9929796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Architecture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951C1-61C4-48EE-9E03-2B99935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modular monolith keeps one deployment while separating domain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54A57-4411-43A5-B1D5-DD006CA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952AE-5555-48EC-895F-288EF68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03B5A-49A3-44FA-AFEE-434F689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38481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Spring Boot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3F463-CFB4-440F-B22E-48D97AFB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CD227-6BAE-441A-8FB6-0617CAC1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Classroom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2A664-6C1D-487C-B96E-6C36AD1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Worksheet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C94AB-B187-45AA-8871-18ED1749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Assignment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EB785-CAE1-458C-9213-EDD88EC8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Attempt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0E27D-0589-457B-8C14-337D490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Catalog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048C7-BD71-4BF7-91D8-FF5408D7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One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66A2-18D6-4BC4-8F04-698CF73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One database</a:t>
            </a:r>
          </a:p>
        </p:txBody>
      </p:sp>
    </p:spTree>
    <p:extLst>
      <p:ext uri="{BB962C8B-B14F-4D97-AF65-F5344CB8AC3E}">
        <p14:creationId xmlns:p14="http://schemas.microsoft.com/office/powerpoint/2010/main" val="223075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BBFE4-80A7-4DE3-B501-911FE8F7B41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3162300"/>
            <a:ext cx="81915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79ECF-D965-4738-873C-CDBD96E86B5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401050" y="2514600"/>
            <a:ext cx="8191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DEC6-EBC3-471C-9FB3-29C5EB91FE5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1623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FBAB3-F661-4351-AA21-EF7CF1F1D67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86050" y="31623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0F40-4FFD-449A-9398-141CF7A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0B82E-9DE8-49D6-BB36-22E0C38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System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D217-B184-425E-9437-569A60EB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browser reaches one API and one durable data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E7EBD-5009-445E-B7BA-EDEA8303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30F85-E29F-42E5-922B-45B32D6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7A4EF-D210-4DF9-B5BA-E7AE8EE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4E31-C169-4461-9A1E-0060C16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React + Vite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port 5173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83F57-EB7B-409A-A958-667E996C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171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Spring Boot API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port 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512D2-904B-4A29-ACD9-BD33970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PostgreSQL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Flyway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A22A4-2605-430E-8A7D-95BD552C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Asset storage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backend/data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F6C3C-F207-4B8D-AD55-B0800922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session cookie + CSRF</a:t>
            </a:r>
          </a:p>
        </p:txBody>
      </p:sp>
    </p:spTree>
    <p:extLst>
      <p:ext uri="{BB962C8B-B14F-4D97-AF65-F5344CB8AC3E}">
        <p14:creationId xmlns:p14="http://schemas.microsoft.com/office/powerpoint/2010/main" val="103845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4825D-8162-41FC-B48B-E2481EEB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D343B-6490-41B9-AE54-10DBFEF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Roles and authorization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DD36A-1A86-49C2-B4B6-2154C952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6797A-F325-4C0B-8CDF-D9DF382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E6398-B113-479B-B36E-39AAE675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1920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session identifies the user; services enforce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99F86-B0B0-479B-81CC-1BEC7BF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20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7F751-25F9-4DDA-B130-38E35299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514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Join classes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Play assignments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View own attempts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2857A-B4F2-4FAD-A845-5BF6741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20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D260B-C25C-487C-B1ED-FAAF6362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14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Create worksheets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Manage classes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Review assigned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4844-B115-4708-8171-C02B5E1F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20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C592B-4137-4D49-8074-1B7BBA50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2514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Manage account roles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Version the catalog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Activate definitions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773A-23B8-4F7A-B9EE-B2DBAC2C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401 missing session   •   403 wrong role   •   404 inaccessible resource</a:t>
            </a:r>
          </a:p>
        </p:txBody>
      </p:sp>
    </p:spTree>
    <p:extLst>
      <p:ext uri="{BB962C8B-B14F-4D97-AF65-F5344CB8AC3E}">
        <p14:creationId xmlns:p14="http://schemas.microsoft.com/office/powerpoint/2010/main" val="14253070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4A18C-D381-4686-9410-97831A86838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583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F9308-B7FD-4E93-BED6-E8E4FF18E76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485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BE92F-054D-4FEB-92A5-7E371C3B25E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87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BC84D-AB92-4260-9B50-74B28C8B210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289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91AA3-318C-464E-BFDA-FBC6B69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784FB-03D6-4307-9865-7A7D28E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Frontend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15F7B-A32C-48E1-A2B3-FAAD73F9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Routes and feature components share one session-aware API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61C92-8358-4771-A6BD-AA41B78D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A504D-93D4-48BC-B100-6792DC57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3115A-3A44-411D-BE25-627B6F3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771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React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BA463-62BB-4FC4-B399-5352125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771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Platform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A34CE-7893-4F6E-8BD3-FB36536E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95600"/>
            <a:ext cx="1771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Feature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2332-FA41-4C46-A056-D2FB39A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1771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API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0D331-08A3-494F-ABC6-112E3888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771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Shared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890F4-49E8-47C8-B507-8D544FF6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App.jsx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F5EA9-FB7A-467D-B8AB-6A41F92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PlatformProvider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40951-3373-4FC4-9D1D-5FE4A2F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platform + WorkSheet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28BD6-7058-42B2-8DD3-037B602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9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api/*.js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48BEE-9469-476E-9410-20B656CE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19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credentials + CSRF</a:t>
            </a:r>
          </a:p>
        </p:txBody>
      </p:sp>
    </p:spTree>
    <p:extLst>
      <p:ext uri="{BB962C8B-B14F-4D97-AF65-F5344CB8AC3E}">
        <p14:creationId xmlns:p14="http://schemas.microsoft.com/office/powerpoint/2010/main" val="1007398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C6A32-DDA6-429C-9A8B-3341552D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00C2A-1779-4504-B164-57ABF0F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Teacher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070E-0FF0-45BB-8239-BAFD675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One editor coordinates worksheet metadata, activities, preview, sharing, and saving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67755-83DD-45DE-A302-AC4C8C3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98202-4E9C-477E-9B7E-771B761A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CB01-A666-4BEE-AB0A-5A79BB4CE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9282aa3a64b9e"/>
          <a:srcRect xmlns:a="http://schemas.openxmlformats.org/drawingml/2006/main" l="0" t="16957" r="0" b="16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19250"/>
            <a:ext cx="1051560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562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14BD3-0910-43BA-8538-60FF00C8A27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486025" y="4857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BA062-BD0B-41AB-9860-DCD4B73B8AA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86025" y="39814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764D5-9D67-425A-B90A-6F63074AB12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486025" y="31051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F9F06-197F-4EDC-B610-46018EEF779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486025" y="22288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C19AE-4B20-4F47-80AE-B01F9CF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F9EE6-52F3-4623-A481-DF0251CE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Backend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F43D0-1600-446C-AE98-C270089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Each request crosses explicit security, HTTP, domain, and persistence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0CE6-5713-41C7-8D27-24623531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F4C6-3AD9-4678-94B5-375D550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46A6B-4F78-49E1-B9AE-3325025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Spring 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23A75-4155-4911-8A7D-4F75996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811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session • CORS • CSRF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1D812-D72A-4444-975D-15838055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Controllers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84240-4296-4812-A03F-0286B947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574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HTTP and DTO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13BEE-BD24-49A5-A68B-49A9E6B9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C8C31-2EEC-4153-9DB2-D92ECF3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authorization • validation • transactions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A4B15-4EBA-4E3F-8EAD-DB3B673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Repositories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6BC0F-EE22-474C-9132-B7E2D8CD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ownership-scoped persistence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21FA4-6921-4FFC-A9E2-BF794B8A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FB8BF-D4DA-4A2C-9924-6430D92B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constraints • indexes • history</a:t>
            </a:r>
          </a:p>
        </p:txBody>
      </p:sp>
    </p:spTree>
    <p:extLst>
      <p:ext uri="{BB962C8B-B14F-4D97-AF65-F5344CB8AC3E}">
        <p14:creationId xmlns:p14="http://schemas.microsoft.com/office/powerpoint/2010/main" val="1640398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7786-1906-400D-812D-CF529E73AA1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7334250" y="3600450"/>
            <a:ext cx="990600" cy="12573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E362B-840E-4190-A62E-A3607501F85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847850" y="3600450"/>
            <a:ext cx="2247900" cy="1257300"/>
          </a:xfrm>
          <a:prstGeom xmlns:a="http://schemas.openxmlformats.org/drawingml/2006/main" prst="bentConnector5">
            <a:avLst>
              <a:gd name="adj1" fmla="val 0"/>
              <a:gd name="adj2" fmla="val 18182"/>
              <a:gd name="adj3" fmla="val 89831"/>
            </a:avLst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74246-07A7-4DA0-A6F0-EEE0F152321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62950" y="31051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7F01-96BD-423A-9DA7-743BF9C7A1D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19750" y="31051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169B1-C643-42AD-8187-DAFB93D3969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76550" y="31051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4A419-404B-44E8-AFEA-39221B04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CFDDB-8977-47BA-B448-22852558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Dynamic mini-game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BCDAA-048D-4C41-B0BD-450CB7A8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Versioned contracts connect backend validation to frontend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19CA-E533-460C-89BF-2B26385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C73EA-D255-4F3C-AC02-211582E3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CF72B-F29D-4746-B0A0-F423507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05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Definition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type +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215D8-0879-48E3-B3A3-0D17BCF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5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Worksheet item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validated 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8364C-2B69-4859-85AC-E236ADEB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205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Frontend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editor + 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668B8-887A-4916-802F-BEF64F7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57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Attempt result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validated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741EB-4AEF-4DFE-A72D-31BDEAF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4000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Protected image and audio assets</a:t>
            </a:r>
          </a:p>
        </p:txBody>
      </p:sp>
    </p:spTree>
    <p:extLst>
      <p:ext uri="{BB962C8B-B14F-4D97-AF65-F5344CB8AC3E}">
        <p14:creationId xmlns:p14="http://schemas.microsoft.com/office/powerpoint/2010/main" val="208091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49B09-A307-48EE-9313-72A1333948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29150" y="2647950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233EF-C47D-40AF-9EF7-4DDEEE3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9EBFB-7FEE-4EE4-AD1F-83477E81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Worksheet draft and revision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320A-41D1-40C0-9ACE-7F515BB7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Publishing freezes the content that assignments and attempts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B576D-C1C4-4D5D-8E0A-EDC8813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FB277-F18C-4D5C-874A-7742F1F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59932-4E50-4834-B7D7-918FE82E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600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B4D"/>
                </a:solidFill>
              </a:defRPr>
            </a:pPr>
            <a:r>
              <a:rPr sz="1875" b="1">
                <a:solidFill>
                  <a:srgbClr val="172B4D"/>
                </a:solidFill>
              </a:rPr>
              <a:t>Editable worksheet 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510F-F928-425A-B249-E7C5DAD4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36004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B4D"/>
                </a:solidFill>
              </a:defRPr>
            </a:pPr>
            <a:r>
              <a:rPr sz="1875" b="1">
                <a:solidFill>
                  <a:srgbClr val="172B4D"/>
                </a:solidFill>
              </a:rPr>
              <a:t>Immutable worksheet 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46CB-4695-4904-AF2D-A1DF414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name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ordered items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latest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94980-2E2A-4087-AFD9-850E7243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name snapshot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versioned definitions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frozen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372EA-C0D6-4F24-822E-AE636D9C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981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5CE7"/>
            </a:solidFill>
            <a:prstDash val="dash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content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9E816-811D-4950-B569-862885F3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67300"/>
            <a:ext cx="621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425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6C5CE7"/>
                </a:solidFill>
              </a:defRPr>
            </a:pPr>
            <a:r>
              <a:rPr sz="1425" b="1">
                <a:solidFill>
                  <a:srgbClr val="6C5CE7"/>
                </a:solidFill>
              </a:rPr>
              <a:t>Unchanged content reuses the revision. New content creates the next revision.</a:t>
            </a:r>
          </a:p>
        </p:txBody>
      </p:sp>
    </p:spTree>
    <p:extLst>
      <p:ext uri="{BB962C8B-B14F-4D97-AF65-F5344CB8AC3E}">
        <p14:creationId xmlns:p14="http://schemas.microsoft.com/office/powerpoint/2010/main" val="9464390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91920-78BF-448E-B756-5CDDCC32C12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10400" y="3781425"/>
            <a:ext cx="100965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F695F-70B5-404A-ABAC-93475A3473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10400" y="3114675"/>
            <a:ext cx="10096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33835-6E70-45A3-8B85-49A51A1CD68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67250" y="3114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517F8-CA82-4FDD-B44D-BC248CEDD10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3114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C49AE-22FA-4340-BB39-E1180BE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6EF9-261C-456F-B28E-BE2AD8D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Assignment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E7743-0D55-4FBE-994C-386EC71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teacher assigns one frozen revision to each selected learner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D8E7C-EA22-4EDC-B5A8-8A3DC7BA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2A17B-FF9C-48EE-A865-701EE26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C93E5-7C7B-4B59-A374-1C58EC9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Teacher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6BC71-3911-439B-9D81-6C6CDD6E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Classroom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0981A-5F90-420A-B317-448E5E0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Active 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B07E-AFDE-48E3-83AA-FB3EDB6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Frozen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561DF-FEDF-483A-85ED-3B4DEFF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Per-user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9A188-F9A0-4B36-810C-CF9ABF05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Removing membership records history, revokes active assignments, and preserves completed work.</a:t>
            </a:r>
          </a:p>
        </p:txBody>
      </p:sp>
    </p:spTree>
    <p:extLst>
      <p:ext uri="{BB962C8B-B14F-4D97-AF65-F5344CB8AC3E}">
        <p14:creationId xmlns:p14="http://schemas.microsoft.com/office/powerpoint/2010/main" val="6730163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E2210-620A-4D89-BD03-505B22D4E22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29250" y="3133725"/>
            <a:ext cx="19621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5D78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39219-B8D5-4AE3-80CE-12E7D544EC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429250" y="2428875"/>
            <a:ext cx="196215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6B58A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C6D7D-C876-4861-9513-39494F87BC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31337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BFF4B-778B-44DB-A5FA-19A4EE27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D6164-F055-46AF-AC7C-4688A449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Attempt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88C47-6195-487A-A997-DCC0DCE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backend controls membership, state, completeness, and total aggregation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683B-83C0-4FF2-A1A9-875E1BE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C1F74-EE53-4F1B-AD34-FEC0ED31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37FED-4295-4ED9-B993-8F80B6B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A013C-29FE-4DB1-9FDA-B833083D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432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IN_PROGRESS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3B90A-7FF7-46DE-8DF4-2A806CA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79428-81CA-4E92-A2BB-E023013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ABANDONED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E0B90-10D2-4DB7-969F-FBF64B79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Idempotent item result updates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3E245-A889-45A7-BA09-E0B3F3B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38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all items complete or skipped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server sums totals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37212-E58F-4103-B415-ADE9E872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assignment revoked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unfinished work retained</a:t>
            </a:r>
          </a:p>
        </p:txBody>
      </p:sp>
    </p:spTree>
    <p:extLst>
      <p:ext uri="{BB962C8B-B14F-4D97-AF65-F5344CB8AC3E}">
        <p14:creationId xmlns:p14="http://schemas.microsoft.com/office/powerpoint/2010/main" val="879213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7A1E2-776E-4762-918F-61538AE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BBC5E-90EB-4231-908A-DAE010F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Child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941E8-53B6-4B33-92BE-49C068F2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frozen revision becomes a focused, progress-aware play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C239B-CDFC-4B10-85D1-3B2B6A92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98709-B686-4967-98E6-4114779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2F249-F879-43E0-A801-8319F7979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0fa2bad794247"/>
          <a:srcRect xmlns:a="http://schemas.openxmlformats.org/drawingml/2006/main" l="0" t="16957" r="0" b="16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19250"/>
            <a:ext cx="1051560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5590099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5E8C8-D150-49CA-BE81-63B96079645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20050" y="3267075"/>
            <a:ext cx="7429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BA48F-C4FE-4438-9FD0-DC27E2E715A2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639300" y="35433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42168-C8E1-4E7E-BCDF-BE5AB33BD6E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639300" y="23431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FFE7D-DF70-40B6-BCED-34044A7C7DB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20050" y="20669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A04D4-F019-4FF4-955F-08FC342C923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048500" y="23431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C3BC2-4CEA-43FA-B412-0D003C00FFE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20669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D6FAB-61F7-4FD3-AF55-17C5BB1094B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267200" y="23431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2A294-3890-4E36-8F6F-22EB31966FA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638300" y="35433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2E0BD-A0F1-43CE-8F85-AC477AE7AF3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638300" y="23431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966AC-5414-4627-863C-1D3378DE0FB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14600" y="20669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4D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D51C8-B6CE-4FFC-9905-038E4F82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56DD8-B9AE-40DD-8BA4-37A1969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Database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DB1EC-911D-44F8-8D0E-D4EE043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Parent relationships carry ownership through drafts, revisions, assignments, and attempts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BA605-AF25-47C2-9F72-9897A9FE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42E88-363D-4B25-A158-4F429EF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BFD1C-5912-42AE-973F-002FA4D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auth_users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94C8D-7743-4A96-AE88-B2A2D4ED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classroom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1EEA2-8B14-4068-91B4-4A31B62A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classroom_member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C279F-1CFF-400E-8096-0039E17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worksheet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25698-D417-451A-AB13-C72501DD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worksheet_item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C59FF-B1EE-4CCC-814B-6548C1B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1943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worksheet_revision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19798-E5D9-47D6-99F7-72BB3E8D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943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revision_item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B4C38-CDA1-49C2-B71D-64CAD162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E1E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assignment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26C26-F3D1-4539-953A-88C09A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085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12A3B-DE7C-4C9B-8336-31BB05E7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1752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item_result</a:t>
            </a:r>
          </a:p>
        </p:txBody>
      </p:sp>
    </p:spTree>
    <p:extLst>
      <p:ext uri="{BB962C8B-B14F-4D97-AF65-F5344CB8AC3E}">
        <p14:creationId xmlns:p14="http://schemas.microsoft.com/office/powerpoint/2010/main" val="1286562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57EF8-E8B4-4D48-80C7-DE398D1248C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58050" y="31718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B1EF8-B2AF-4AA3-B0C7-9AE377852D5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57550" y="31718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B58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6C3AF-31C9-4652-98AE-74499AF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B30D4-CF8C-45C9-B31F-61A0DAE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Docker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AC6CD-9336-4EE4-99F5-2301FBF9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Health checks establish the startup sequence for local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57A24-A8AE-4C50-8CA4-2C437F1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8500-B6B0-42D9-B473-1F9C293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4B705-74C4-4C60-996C-9C2A8872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381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postgres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PostgreSQL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D7D10-7533-4520-A13D-056CEB3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2381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2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backend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Temurin Java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2481-1BF9-457A-84D5-6EB7EBFF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2381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frontend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Node 24 +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E5B14-8582-4AA1-8581-D9AB1912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pg_isready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42CB8-8C9C-400A-93A5-C60682BE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GET /api/auth/csrf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779C7-190E-43F5-AD2E-667BB70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persistent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0C798-A215-443D-98D2-74A6CA0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2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backend/data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2CAB1-A1EA-40AF-94FB-3EFD964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0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live source + npm volume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15EF3-5665-495E-9D65-52B6EAD2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0"/>
            <a:ext cx="769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Internal names: postgres:5432  •  backend:8080  •  frontend:5173</a:t>
            </a:r>
          </a:p>
        </p:txBody>
      </p:sp>
    </p:spTree>
    <p:extLst>
      <p:ext uri="{BB962C8B-B14F-4D97-AF65-F5344CB8AC3E}">
        <p14:creationId xmlns:p14="http://schemas.microsoft.com/office/powerpoint/2010/main" val="2213750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03040-5C14-4F87-A065-5355460417F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762750" y="2857500"/>
            <a:ext cx="43815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B30D9-D6BB-4CEC-BEB5-533498E14CC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67100" y="3676650"/>
            <a:ext cx="4381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B58A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D0E39-CBCB-4F70-A513-2B49E27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FA71E-29BC-490A-B294-3A8A175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Testing and continuous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55F80-7235-47E3-96AE-3531EEA1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Each layer checks a different failure mode before 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B9041-4005-4AFD-BA00-6F1DE5D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8A354-5913-4999-93CD-6AD6C4AF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92814-8EE6-46C2-8E82-F7A830C3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Unit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A5063-88AB-4E32-8A0F-9EFF145B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2857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PostgreSQL 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BE30A-8743-42F8-8DEA-B102D58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990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172B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Docker + Playwright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6BD99-F2B2-471A-8848-B363FC00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React model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2B3B8-6C90-44B2-8D64-CF5934E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Spring service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84489-27DF-4146-9822-6FC837E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Flyway upgrades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771CD-5245-489E-827F-41CA3AE2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Hibernate schema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BD2BE-EF97-43C2-8795-1A8D46D4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Healthy full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7C464-64E2-49F9-8CE6-B62D6A72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Browser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FD240-FA12-4790-99CC-10786CA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95950"/>
            <a:ext cx="693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Pull requests test the combined branch state, not isolated commits.</a:t>
            </a:r>
          </a:p>
        </p:txBody>
      </p:sp>
    </p:spTree>
    <p:extLst>
      <p:ext uri="{BB962C8B-B14F-4D97-AF65-F5344CB8AC3E}">
        <p14:creationId xmlns:p14="http://schemas.microsoft.com/office/powerpoint/2010/main" val="1359738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4F37-4042-4B9B-8331-C2919A16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6C5CE7"/>
                </a:solidFill>
              </a:defRPr>
            </a:pPr>
            <a:r>
              <a:rPr sz="900" b="1">
                <a:solidFill>
                  <a:srgbClr val="6C5CE7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20546-1604-4BAC-B7AC-607073ED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2B4D"/>
                </a:solidFill>
              </a:defRPr>
            </a:pPr>
            <a:r>
              <a:rPr sz="2550" b="1">
                <a:solidFill>
                  <a:srgbClr val="172B4D"/>
                </a:solidFill>
              </a:rPr>
              <a:t>Current engineering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E531-774A-4563-9A23-B7E1BEF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platform now preserves content history, access boundaries, and repeatable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4763C-B115-4AEA-9B96-9A4189F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Worksheet for 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8BC7-B385-4825-A7F2-36B5772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7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20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0525-7F73-4E44-898E-E760ACBA4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088318b9d4d56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733550"/>
            <a:ext cx="603885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6C0A-3D32-4C4B-A720-A3BBDF0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6C5CE7"/>
                </a:solidFill>
              </a:defRPr>
            </a:pPr>
            <a:r>
              <a:rPr sz="1650" b="1">
                <a:solidFill>
                  <a:srgbClr val="6C5CE7"/>
                </a:solidFill>
              </a:rPr>
              <a:t>History stays stable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76426-DFB3-40DE-A4DD-3473E5A7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Frozen revisions keep old assignments meaningful.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1921B-F958-4D9F-B62A-1D9111B0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1">
                <a:solidFill>
                  <a:srgbClr val="36B58A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36B58A"/>
                </a:solidFill>
              </a:defRPr>
            </a:pPr>
            <a:r>
              <a:rPr sz="1650" b="1">
                <a:solidFill>
                  <a:srgbClr val="36B58A"/>
                </a:solidFill>
              </a:rPr>
              <a:t>Access follows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AEDA0-8F8E-41BC-B243-0376698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Sessions and parent relationships scope every resource.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2BC4-254F-45E8-94F5-B8DE33FB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1">
                <a:solidFill>
                  <a:srgbClr val="F45D78"/>
                </a:solidFill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F45D78"/>
                </a:solidFill>
              </a:defRPr>
            </a:pPr>
            <a:r>
              <a:rPr sz="1650" b="1">
                <a:solidFill>
                  <a:srgbClr val="F45D78"/>
                </a:solidFill>
              </a:rPr>
              <a:t>Changes remain verifiable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32390-FCC5-495E-9B40-F0566F3C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Flyway, Testcontainers, Docker, and CI check the system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4A8A3-31D9-4662-A4E3-59410CE7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1">
                <a:solidFill>
                  <a:srgbClr val="6C5CE7"/>
                </a:solidFill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6C5CE7"/>
                </a:solidFill>
              </a:defRPr>
            </a:pPr>
            <a:r>
              <a:rPr sz="1350" b="1">
                <a:solidFill>
                  <a:srgbClr val="6C5CE7"/>
                </a:solidFill>
              </a:rPr>
              <a:t>A strong base for new activities and classroom workflows</a:t>
            </a:r>
          </a:p>
        </p:txBody>
      </p:sp>
    </p:spTree>
    <p:extLst>
      <p:ext uri="{BB962C8B-B14F-4D97-AF65-F5344CB8AC3E}">
        <p14:creationId xmlns:p14="http://schemas.microsoft.com/office/powerpoint/2010/main" val="1291240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2026-10-15T07:41:20.6620000Z</dcterms:created>
  <dcterms:modified xsi:type="dcterms:W3CDTF">2026-10-15T07:41:20.6620000Z</dcterms:modified>
</coreProperties>
</file>